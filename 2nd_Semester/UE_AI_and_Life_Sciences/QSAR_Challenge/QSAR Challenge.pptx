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060004-5844-E5E4-337E-AE2DEF14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8448A4-0CF2-9BD3-1ABA-9A37EA0D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3D012-EAE6-40EC-81DC-55B9B9B3EF9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3A8784-32B4-2043-B74F-2E54A0F1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9BFD5A-8818-005F-23DF-E1F279A7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991B-50AA-4FC1-9DB4-C91EEA308C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0EB767-4A7B-1F9E-EDF1-D33CA907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93F449-A5A8-9B09-5925-14506F580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3CDC59-40F4-863A-54D7-80CA7BE75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3D012-EAE6-40EC-81DC-55B9B9B3EF9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0FD797-0433-296A-DF4A-1C45356F7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33C740-28C3-859E-4871-3A6D332F5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D991B-50AA-4FC1-9DB4-C91EEA308C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0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5A2FDD51-F951-1AAE-CF3F-B06CD316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latin typeface="Rockwell" panose="02060603020205020403" pitchFamily="18" charset="0"/>
              </a:rPr>
              <a:t>QSAR Challenge: </a:t>
            </a:r>
            <a:r>
              <a:rPr lang="en-US" sz="4400">
                <a:latin typeface="Rockwell" panose="02060603020205020403" pitchFamily="18" charset="0"/>
              </a:rPr>
              <a:t>Predicting Molecular activity from Smiles</a:t>
            </a:r>
            <a:endParaRPr lang="en-US" sz="5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B59A169-2697-21A8-7B2F-189F95315E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07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53B0C9CF-35EE-0466-E732-2FDE02A8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The Problem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9767492-9AD0-2F16-978F-9F334909EC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F671A848-360E-A01E-C180-420E317C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Background Information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D38DD06-5895-6FB4-DA06-EE6E97F834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4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BCE5AFDB-CC2C-DBE6-BB25-E70ED5CE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Workable Solutions 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C7CC150-DE3F-6E8D-5BF5-46A9A842AC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2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5A627349-2A67-1C35-0C97-F8A5E392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The Prototype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24FE0D5-5E7C-6618-FD5E-7E0B82413C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4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F65C9A96-23D6-8FAD-5E0B-1E05A521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Testing The Prototype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821C9A9-B0DE-29DE-A763-EE5A0CEB3B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36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290A05C8-4022-DC04-7556-3A9CCAA3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Redesigning The Prototype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CE60903-7F7F-9F7C-9D75-B8805BC245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6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7E417E69-9099-6075-B9AF-0C757D91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latin typeface="Rockwell" panose="02060603020205020403" pitchFamily="18" charset="0"/>
              </a:rPr>
              <a:t>Final Result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BF857CB-CB54-5B11-DE78-32A3B2BBDC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8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Breitbild</PresentationFormat>
  <Paragraphs>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Rockwell</vt:lpstr>
      <vt:lpstr>Office</vt:lpstr>
      <vt:lpstr>QSAR Challenge: Predicting Molecular activity from Smiles</vt:lpstr>
      <vt:lpstr>The Problem</vt:lpstr>
      <vt:lpstr>Background Information</vt:lpstr>
      <vt:lpstr>Workable Solutions </vt:lpstr>
      <vt:lpstr>The Prototype</vt:lpstr>
      <vt:lpstr>Testing The Prototype</vt:lpstr>
      <vt:lpstr>Redesigning The Prototype</vt:lpstr>
      <vt:lpstr>Final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Steu</dc:creator>
  <cp:lastModifiedBy>Lukas Steu</cp:lastModifiedBy>
  <cp:revision>1</cp:revision>
  <dcterms:created xsi:type="dcterms:W3CDTF">2026-05-02T18:30:53Z</dcterms:created>
  <dcterms:modified xsi:type="dcterms:W3CDTF">2026-05-02T18:30:53Z</dcterms:modified>
</cp:coreProperties>
</file>